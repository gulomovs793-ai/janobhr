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7.png"/><Relationship Id="rId10" Type="http://schemas.openxmlformats.org/officeDocument/2006/relationships/image" Target="../media/image-5-8.svg"/><Relationship Id="rId11" Type="http://schemas.openxmlformats.org/officeDocument/2006/relationships/image" Target="../media/image-5-7.png"/><Relationship Id="rId12" Type="http://schemas.openxmlformats.org/officeDocument/2006/relationships/image" Target="../media/image-5-8.svg"/><Relationship Id="rId13" Type="http://schemas.openxmlformats.org/officeDocument/2006/relationships/image" Target="../media/image-5-7.png"/><Relationship Id="rId14" Type="http://schemas.openxmlformats.org/officeDocument/2006/relationships/image" Target="../media/image-5-8.sv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8211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janobHR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056235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To'g'ri xodimni toping. Kunlab saralashni AI'ga topshiring.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Nomzodlarni avtomatik saralang, baholang va eng munosiblarini bir joyda ko'ring.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388743"/>
            <a:ext cx="3130571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445397"/>
            <a:ext cx="351334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ASOSIDAGI ISHGA QABUL QILISH TIZIMI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7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Muammo — yaxshi nomzodni topish emas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4546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Muammo — yaxshi nomzodni yuzlab nomzodlar orasidan vaqtida ajratib olish.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60513"/>
            <a:ext cx="3496877" cy="23495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574925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 — Juda ko'p nomzod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2983607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Yuzlab rezyume, Telegram xabarlari va arizalar. Ammo ularning juda oz qismi lavozimga haqiqatan mos keladi.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360513"/>
            <a:ext cx="3496877" cy="23495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363" y="2574925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 — Juda ko'p qo'lda ish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63363" y="2983607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Rezyumeni o'qish, savollar berish, javoblarni tekshirish, suhbatga chaqirish… HR kunini strategik ishga emas,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takroriy saralashga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sarflaydi.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360513"/>
            <a:ext cx="3496877" cy="234959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9247" y="2574925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03 — Eng katta xavf — noto'g'ri tanlov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49247" y="3278882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Noto'g'ri xodim — faqat berilgan maosh emas. Bu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yo'qotilgan vaqt, pasaygan natija va qayta yollash xarajati.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4922738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00000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5190430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5158978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Eng qimmat yo'qotish: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Siz mos kelmaydigan nomzodlarni saralayotgan paytda, kuchli nomzod boshqa kompaniyani tanlaydi.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2982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Yechim: JanobHR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233360" y="1273870"/>
            <a:ext cx="62968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Nomzodlarni saralashni AI'ga topshiring.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JanobHR — Telegram ichida ishlaydigan AI-rekruter. U nomzod bilan suhbatlashadi, javoblarini tahlil qiladi va ishga eng mos nomzodlarni ajratib beradi.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2206327"/>
            <a:ext cx="3073422" cy="1720552"/>
          </a:xfrm>
          <a:prstGeom prst="roundRect">
            <a:avLst>
              <a:gd name="adj" fmla="val 410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7981" y="2380952"/>
            <a:ext cx="272418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 — Saralaydi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407981" y="2733873"/>
            <a:ext cx="2724181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Nomzodga kerakli savollarni beradi va lavozim talablariga mos kelmaydiganlarni avtomatik filtrlaydi.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56699" y="2206327"/>
            <a:ext cx="3073522" cy="1720552"/>
          </a:xfrm>
          <a:prstGeom prst="roundRect">
            <a:avLst>
              <a:gd name="adj" fmla="val 410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31319" y="2380952"/>
            <a:ext cx="272428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 — Tahlil qiladi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631319" y="2733873"/>
            <a:ext cx="2724280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Tajriba, ko'nikma, javoblar va lavozim talablarini solishtirib, nomzodning real mosligini aniqlaydi.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4076799"/>
            <a:ext cx="6296860" cy="1211362"/>
          </a:xfrm>
          <a:prstGeom prst="roundRect">
            <a:avLst>
              <a:gd name="adj" fmla="val 58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7981" y="4251424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03 — Reytinglaydi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407981" y="4604345"/>
            <a:ext cx="594761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 bir nomzodga ball beradi, kuchli va zaif tomonlarini izohlaydi va eng munosib nomzodlarni tepaga chiqaradi.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5456833"/>
            <a:ext cx="6296860" cy="878185"/>
          </a:xfrm>
          <a:prstGeom prst="roundRect">
            <a:avLst>
              <a:gd name="adj" fmla="val 8051"/>
            </a:avLst>
          </a:prstGeom>
          <a:solidFill>
            <a:srgbClr val="B6FCB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631" y="5673030"/>
            <a:ext cx="210338" cy="1682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80241" y="5648821"/>
            <a:ext cx="5581709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Natija: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Siz yuzlab nomzodlarni ko'rib chiqmayapsiz. Siz allaqachon saralangan eng yaxshi nomzodlar orasidan tanlaysiz.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309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Qanday ishlaydi — 4 qadam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65709"/>
            <a:ext cx="11478330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Nomzod ariza beradi. JanobHR saralaydi. Siz qaror qilasiz.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11771"/>
            <a:ext cx="10868745" cy="476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55303" y="4400683"/>
            <a:ext cx="1642671" cy="58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suhbatlashadi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955303" y="5072605"/>
            <a:ext cx="1642671" cy="57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JanobHR nomzodga mos savollar beradi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73680" y="4694813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Siz tanlaysiz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173680" y="5072605"/>
            <a:ext cx="1642670" cy="57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Saralangan nomzodlar sizga ko'rsatiladi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03632" y="1740284"/>
            <a:ext cx="1642671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Ariza topshiradi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403632" y="2412206"/>
            <a:ext cx="1642671" cy="57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Nomzod botga kirib vakansiyani tanlaydi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01093" y="1740284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baholaydi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601093" y="2118077"/>
            <a:ext cx="1642670" cy="38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Javoblar tahlil qilib ball beradi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6166743"/>
            <a:ext cx="11478330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Sizning oldingizda yuzlab arizalar emas — qaror qabul qilishga tayyor nomzodlar turadi.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680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 bir javob — aniq mezonlar asosida tahlil qilinadi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86966"/>
            <a:ext cx="5254295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JanobHR nomzodning shunchaki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nima deganini emas, qanday javob berganini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ham baholaydi.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37432"/>
            <a:ext cx="5254295" cy="13003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77897" y="1936353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8158" y="2414786"/>
            <a:ext cx="492092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Natijadorlik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8158" y="2760762"/>
            <a:ext cx="4920928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Aniq raqam, foiz yoki erishilgan natijami — yoki faqat umumiy gaplarmi?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253085"/>
            <a:ext cx="5254295" cy="1510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77897" y="3352006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28158" y="3830439"/>
            <a:ext cx="492092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Mas'uliyat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28158" y="4176415"/>
            <a:ext cx="4920928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Muammoni tushuntirganda o'z harakatlarini ko'rsatadimi yoki javobgarlikni boshqalarga yuklaydimi?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879082"/>
            <a:ext cx="5254295" cy="13003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77897" y="4978003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28158" y="5456436"/>
            <a:ext cx="492092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Aniqlik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28158" y="5802412"/>
            <a:ext cx="4920928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Javob aniq va mazmunlimi yoki asosiy savoldan chetlashib ketadimi?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282275" y="1298476"/>
            <a:ext cx="5254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A1F4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aniqlaydigan xavf signallari</a:t>
            </a:r>
            <a:endParaRPr lang="en-US" sz="14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63225" y="1639887"/>
            <a:ext cx="2574067" cy="8047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68008" y="1658938"/>
            <a:ext cx="2369284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Qurbon pozitsiyasi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468008" y="2004913"/>
            <a:ext cx="2369284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Muammolarda doim boshqalarni ayblash.</a:t>
            </a:r>
            <a:endParaRPr lang="en-US" sz="11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62404" y="1639887"/>
            <a:ext cx="2574166" cy="80476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67186" y="1658938"/>
            <a:ext cx="2369384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Abstrakt javoblar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9167186" y="2004913"/>
            <a:ext cx="2369384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Aniq misol va natijasiz umumiy gaplar.</a:t>
            </a:r>
            <a:endParaRPr lang="en-US" sz="11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63225" y="2637234"/>
            <a:ext cx="2574067" cy="80476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468008" y="2656284"/>
            <a:ext cx="2369284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Haddan tashqari "men"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6468008" y="3002260"/>
            <a:ext cx="2369284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Jamoaviy natijani faqat o'z hissasi sifatida ko'rsatish.</a:t>
            </a:r>
            <a:endParaRPr lang="en-US" sz="11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62404" y="2637234"/>
            <a:ext cx="2574166" cy="80476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167186" y="2656284"/>
            <a:ext cx="2369384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Mavzudan chetga chiqish</a:t>
            </a:r>
            <a:endParaRPr lang="en-US" sz="1450" dirty="0"/>
          </a:p>
        </p:txBody>
      </p:sp>
      <p:sp>
        <p:nvSpPr>
          <p:cNvPr id="28" name="Text 19"/>
          <p:cNvSpPr/>
          <p:nvPr/>
        </p:nvSpPr>
        <p:spPr>
          <a:xfrm>
            <a:off x="9167186" y="3002260"/>
            <a:ext cx="2369384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Savolga to'liq javob bermaslik yoki mavzuni o'zgartirish.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6282275" y="3552726"/>
            <a:ext cx="5254295" cy="702072"/>
          </a:xfrm>
          <a:prstGeom prst="roundRect">
            <a:avLst>
              <a:gd name="adj" fmla="val 8834"/>
            </a:avLst>
          </a:prstGeom>
          <a:solidFill>
            <a:srgbClr val="E1E1EA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29909" y="3728145"/>
            <a:ext cx="184542" cy="14763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762085" y="3693418"/>
            <a:ext cx="4626851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 bir nomzod uchun admin panelida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yagona baho, umumiy verdict va AI izohi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ko'rinadi.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3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Istalgan lavozim uchun — bir necha daqiqada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9998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Vakansiyani kiriting. Qolganini JanobHR tayyorlaydi.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Lavozim nomi va asosiy talablarni kiriting — AI shu lavozimga mos baholash mezonlari, scorecard va suhbat savollarini avtomatik shakllantiradi.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17452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0177" y="2317452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Sotuv menejeri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70177" y="2726134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Sotuv natijalari, muzokara va mijoz bilan ishlash ko'nikmalari.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317452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22617" y="2317452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Buxgalter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922617" y="2726134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Aniqlik, mas'uliyat va moliyaviy jarayonlarni tushunish.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08995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0177" y="3708995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SMM mutaxassisi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370177" y="4117677"/>
            <a:ext cx="4607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Kontent, kreativ fikrlash va natijadorlik.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3708995"/>
            <a:ext cx="472468" cy="472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22617" y="3708995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Qurilish ustasi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922617" y="4117677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Tajriba, mas'uliyat va amaliy ko'nikmalar.</a:t>
            </a:r>
            <a:endParaRPr lang="en-US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798120"/>
            <a:ext cx="472468" cy="472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70177" y="4798120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Haydovchi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1370177" y="5206802"/>
            <a:ext cx="4607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Tajriba, intizom va xavfsizlikka munosabat.</a:t>
            </a:r>
            <a:endParaRPr lang="en-US" sz="14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13915" y="4798120"/>
            <a:ext cx="472468" cy="4724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22617" y="4798120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Dizayner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6922617" y="5206802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Portfolio, kreativ fikrlash va vazifani tushunish.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661475" y="572184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Har bir lavozim uchun — alohida baholash mezonlari va savollar. JanobHR vakansiyangizga mos hiring jarayonini avtomatik tayyorlaydi.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99877"/>
            <a:ext cx="6296860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To'liq nazorat — bitta joyda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3360" y="1109563"/>
            <a:ext cx="629686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Yollash jarayonining barchasi Telegram ichida.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Alohida dastur o'rnatish, yangi platformaga kirish yoki murakkab sozlamalar bilan shug'ullanish shart emas.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233360" y="1529755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63731" y="1660128"/>
            <a:ext cx="372061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6023" y="1762423"/>
            <a:ext cx="167378" cy="1673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3731" y="2113558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Vakansiya yaratish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63731" y="2356148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Lavozimni kiriting — JanobHR mos savollar va baholash mezonlarini taklif qiladi.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233360" y="2732187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363731" y="2862560"/>
            <a:ext cx="372061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6023" y="2964855"/>
            <a:ext cx="167378" cy="1673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63731" y="3315990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Arizalarni ko'rib chiqish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363731" y="3558580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 bir nomzodning arizasi, javoblari va AI bahosi bir joyda.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Bir necha bosishda qaror qabul qiling.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233360" y="3934619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363731" y="4064992"/>
            <a:ext cx="372061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6023" y="4167287"/>
            <a:ext cx="167378" cy="16738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3731" y="4518422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Jarayonni kuzatish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63731" y="4761012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Jami arizalar, saralangan, qabul qilingan va rad etilganlarni real vaqt rejimida kuzating.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233360" y="5137051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63731" y="5267424"/>
            <a:ext cx="372061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6023" y="5369719"/>
            <a:ext cx="167378" cy="16738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63731" y="5720854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Reyting va Excel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363731" y="5963444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Nomzodlar AI ballari bo'yicha tartiblanadi. Kerakli ma'lumotlarni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Excel formatida yuklab oling.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338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Suhbatgacha bo'lgan jarayon ham avtomatik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27262"/>
            <a:ext cx="10868745" cy="73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1450"/>
              </a:spcAft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Nomzod saralandi. Endi uni suhbatgacha olib borish ham JanobHR zimmasida.</a:t>
            </a:r>
            <a:endParaRPr lang="en-US" sz="13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Sana, vaqt, manzil, mas'ul xodim va eslatmalar — barchasi avtomatik yuboriladi.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2350195"/>
            <a:ext cx="10868745" cy="678656"/>
          </a:xfrm>
          <a:prstGeom prst="roundRect">
            <a:avLst>
              <a:gd name="adj" fmla="val 10967"/>
            </a:avLst>
          </a:prstGeom>
          <a:solidFill>
            <a:srgbClr val="B6FCB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675" y="2589609"/>
            <a:ext cx="221451" cy="177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7326" y="2560538"/>
            <a:ext cx="1072527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HR har bir nomzodga alohida yozib o'tirmaydi.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JanobHR suhbatgacha bo'lgan jarayonni o'zi boshqaradi.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1475" y="3215680"/>
            <a:ext cx="3544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61475" y="3497759"/>
            <a:ext cx="535132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6"/>
          <p:cNvSpPr/>
          <p:nvPr/>
        </p:nvSpPr>
        <p:spPr>
          <a:xfrm>
            <a:off x="661475" y="3624461"/>
            <a:ext cx="535132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Vaqtni tanlaydi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1475" y="4000996"/>
            <a:ext cx="535132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mavjud sana va vaqtlarni belgilaydi. Nomzod o'ziga qulay vaqtni mustaqil tanlaydi.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178892" y="3215680"/>
            <a:ext cx="3544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178892" y="3497759"/>
            <a:ext cx="535132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0"/>
          <p:cNvSpPr/>
          <p:nvPr/>
        </p:nvSpPr>
        <p:spPr>
          <a:xfrm>
            <a:off x="6178892" y="3624461"/>
            <a:ext cx="535132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Manzilni oladi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178892" y="4000996"/>
            <a:ext cx="535132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Uchrashuv manzili lokatsiya yoki matn ko'rinishida avtomatik yuboriladi.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61475" y="4849217"/>
            <a:ext cx="3544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61475" y="5131296"/>
            <a:ext cx="535132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4"/>
          <p:cNvSpPr/>
          <p:nvPr/>
        </p:nvSpPr>
        <p:spPr>
          <a:xfrm>
            <a:off x="661475" y="5257998"/>
            <a:ext cx="535132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Mas'ul bilan bog'lanadi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61475" y="5634534"/>
            <a:ext cx="535132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Nomzod suhbatni o'tkazadigan xodimning ismi va aloqa raqamini oladi.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178892" y="4849217"/>
            <a:ext cx="3544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178892" y="5131296"/>
            <a:ext cx="535132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8"/>
          <p:cNvSpPr/>
          <p:nvPr/>
        </p:nvSpPr>
        <p:spPr>
          <a:xfrm>
            <a:off x="6178892" y="5257998"/>
            <a:ext cx="535132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Eslatma oladi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178892" y="5634534"/>
            <a:ext cx="535132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Suhbat oldidan individual eslatma avtomatik yuboriladi.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4122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Yollash jarayoni qanday o'zgaradi?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80046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An'anaviy yollash va JanobHR bilan yollash o'rtasidagi farq — jarayonning o'zida.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1941513"/>
            <a:ext cx="10868745" cy="3456781"/>
          </a:xfrm>
          <a:prstGeom prst="roundRect">
            <a:avLst>
              <a:gd name="adj" fmla="val 215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437606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930525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423444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916363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409281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902200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45124" y="2053828"/>
            <a:ext cx="264341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Mezon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056159" y="1947863"/>
            <a:ext cx="4233856" cy="4897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3233359" y="2053828"/>
            <a:ext cx="448904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An'anaviy usul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290015" y="1947863"/>
            <a:ext cx="4233856" cy="489744"/>
          </a:xfrm>
          <a:custGeom>
            <a:avLst/>
            <a:gdLst/>
            <a:ahLst/>
            <a:cxnLst/>
            <a:rect l="l" t="t" r="r" b="b"/>
            <a:pathLst>
              <a:path w="4233856" h="489744">
                <a:moveTo>
                  <a:pt x="0" y="0"/>
                </a:moveTo>
                <a:lnTo>
                  <a:pt x="4171834" y="0"/>
                </a:lnTo>
                <a:arcTo hR="62023" wR="62022" stAng="16200000" swAng="5400000"/>
                <a:lnTo>
                  <a:pt x="4233856" y="489744"/>
                </a:lnTo>
                <a:lnTo>
                  <a:pt x="0" y="4897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67215" y="2053828"/>
            <a:ext cx="448904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JanobHR bilan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5124" y="2546747"/>
            <a:ext cx="264341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Skrining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33359" y="2546747"/>
            <a:ext cx="448904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Rezyumelarni birma-bir ko'rib chiqish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290015" y="2437606"/>
            <a:ext cx="4233856" cy="4929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467215" y="2546747"/>
            <a:ext cx="448904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nomzodlarni avtomatik saralaydi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5124" y="3039666"/>
            <a:ext cx="264341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Baholash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233359" y="3039666"/>
            <a:ext cx="448904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HRning shaxsiy taassuroti va tajribasiga bog'liq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290015" y="2930525"/>
            <a:ext cx="4233856" cy="4929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467215" y="3039666"/>
            <a:ext cx="448904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Oldindan belgilangan mezonlar asosida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45124" y="3532584"/>
            <a:ext cx="264341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Suhbatgacha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233359" y="3532584"/>
            <a:ext cx="448904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Nomzod bilan alohida yozishish va kelishish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290015" y="3423444"/>
            <a:ext cx="4233856" cy="4929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7467215" y="3532584"/>
            <a:ext cx="448904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Vaqt, manzil va eslatmalar avtomatik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5124" y="4025503"/>
            <a:ext cx="264341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Nomzod tajribasi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233359" y="4025503"/>
            <a:ext cx="448904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Javob kutish va noaniq jarayon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290015" y="3916363"/>
            <a:ext cx="4233856" cy="4929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7467215" y="4025503"/>
            <a:ext cx="448904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Darhol javob va aniq keyingi qadam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45124" y="4518422"/>
            <a:ext cx="264341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Hisobot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233359" y="4518422"/>
            <a:ext cx="448904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Qo'lda tayyorlash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290015" y="4409281"/>
            <a:ext cx="4233856" cy="4929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7467215" y="4518422"/>
            <a:ext cx="448904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 bir necha bosishda tayyor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45124" y="5011341"/>
            <a:ext cx="264341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HR vaqti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3233359" y="5011341"/>
            <a:ext cx="448904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Takroriy ishlar ko'p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7290015" y="4902200"/>
            <a:ext cx="4233856" cy="489744"/>
          </a:xfrm>
          <a:custGeom>
            <a:avLst/>
            <a:gdLst/>
            <a:ahLst/>
            <a:cxnLst/>
            <a:rect l="l" t="t" r="r" b="b"/>
            <a:pathLst>
              <a:path w="4233856" h="489744">
                <a:moveTo>
                  <a:pt x="0" y="0"/>
                </a:moveTo>
                <a:lnTo>
                  <a:pt x="4233856" y="0"/>
                </a:lnTo>
                <a:lnTo>
                  <a:pt x="4233856" y="427721"/>
                </a:lnTo>
                <a:arcTo hR="62023" wR="62022" stAng="0" swAng="5400000"/>
                <a:lnTo>
                  <a:pt x="0" y="4897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7467215" y="5011341"/>
            <a:ext cx="448904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HR asosiy qarorga ko'proq vaqt ajratadi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61475" y="5585123"/>
            <a:ext cx="10868745" cy="678656"/>
          </a:xfrm>
          <a:prstGeom prst="roundRect">
            <a:avLst>
              <a:gd name="adj" fmla="val 10967"/>
            </a:avLst>
          </a:prstGeom>
          <a:solidFill>
            <a:srgbClr val="E1E1EA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675" y="5824538"/>
            <a:ext cx="221451" cy="177205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237326" y="5795466"/>
            <a:ext cx="1072527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Asosiy farq: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An'anaviy usulda HR nomzodlarni saralash bilan band. JanobHR bilan HR — saralangan nomzodlar orasidan tanlaydi.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9077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Yaxshi xodim — tasodif emas. Bu tizim natijasi.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255540"/>
            <a:ext cx="6296860" cy="223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JanobHR yollash jarayonini tartibli, tez va mezonlarga asoslangan qiladi.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 bir nomzod bir xil jarayon orqali baholanadi. AI mos nomzodlarni ajratadi, muhim signallarni ko'rsatadi va yakuniy qarorni qabul qilish uchun sizga kerakli ma'lumotni beradi.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Siz esa yuzlab arizalar bilan emas — eng munosib nomzodlar bilan ishlaysiz.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707930"/>
            <a:ext cx="6296860" cy="1359297"/>
          </a:xfrm>
          <a:prstGeom prst="roundRect">
            <a:avLst>
              <a:gd name="adj" fmla="val 584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4714280"/>
            <a:ext cx="3142080" cy="673298"/>
          </a:xfrm>
          <a:custGeom>
            <a:avLst/>
            <a:gdLst/>
            <a:ahLst/>
            <a:cxnLst/>
            <a:rect l="l" t="t" r="r" b="b"/>
            <a:pathLst>
              <a:path w="3142080" h="673298">
                <a:moveTo>
                  <a:pt x="66156" y="0"/>
                </a:moveTo>
                <a:lnTo>
                  <a:pt x="3142080" y="0"/>
                </a:lnTo>
                <a:lnTo>
                  <a:pt x="3142080" y="673298"/>
                </a:lnTo>
                <a:lnTo>
                  <a:pt x="0" y="673298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5428717" y="4903291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Kamroq qo'lda ish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8381790" y="4714280"/>
            <a:ext cx="3142080" cy="673298"/>
          </a:xfrm>
          <a:custGeom>
            <a:avLst/>
            <a:gdLst/>
            <a:ahLst/>
            <a:cxnLst/>
            <a:rect l="l" t="t" r="r" b="b"/>
            <a:pathLst>
              <a:path w="3142080" h="673298">
                <a:moveTo>
                  <a:pt x="0" y="0"/>
                </a:moveTo>
                <a:lnTo>
                  <a:pt x="3075924" y="0"/>
                </a:lnTo>
                <a:arcTo hR="66158" wR="66156" stAng="16200000" swAng="5400000"/>
                <a:lnTo>
                  <a:pt x="3142080" y="673298"/>
                </a:lnTo>
                <a:lnTo>
                  <a:pt x="0" y="673298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Shape 6"/>
          <p:cNvSpPr/>
          <p:nvPr/>
        </p:nvSpPr>
        <p:spPr>
          <a:xfrm>
            <a:off x="8381790" y="4714280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0" name="Text 7"/>
          <p:cNvSpPr/>
          <p:nvPr/>
        </p:nvSpPr>
        <p:spPr>
          <a:xfrm>
            <a:off x="8570797" y="4903291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Tezroq saralash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5239710" y="5387578"/>
            <a:ext cx="6284160" cy="673298"/>
          </a:xfrm>
          <a:custGeom>
            <a:avLst/>
            <a:gdLst/>
            <a:ahLst/>
            <a:cxnLst/>
            <a:rect l="l" t="t" r="r" b="b"/>
            <a:pathLst>
              <a:path w="6284160" h="673298">
                <a:moveTo>
                  <a:pt x="0" y="0"/>
                </a:moveTo>
                <a:lnTo>
                  <a:pt x="6284160" y="0"/>
                </a:lnTo>
                <a:lnTo>
                  <a:pt x="6284160" y="607140"/>
                </a:lnTo>
                <a:arcTo hR="66158" wR="66156" stAng="0" swAng="5400000"/>
                <a:lnTo>
                  <a:pt x="66156" y="673298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2" name="Shape 9"/>
          <p:cNvSpPr/>
          <p:nvPr/>
        </p:nvSpPr>
        <p:spPr>
          <a:xfrm>
            <a:off x="5239710" y="5387578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3" name="Text 10"/>
          <p:cNvSpPr/>
          <p:nvPr/>
        </p:nvSpPr>
        <p:spPr>
          <a:xfrm>
            <a:off x="5428717" y="557659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Yaxshiroq qaror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90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Yollashni bugundan avtomatlashtiring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63266"/>
            <a:ext cx="5770220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JanobHR'ni kompaniyangiz uchun sozlaymiz va nomzodlarni saralashni AI'ga topshiramiz.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Sizga mos yollash jarayonini sozlash uchun biz bilan bog'laning.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453209"/>
            <a:ext cx="3130571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774879" y="3509863"/>
            <a:ext cx="351334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ASOSIDAGI ISHGA QABUL QILISH TIZIMI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763077" y="1993205"/>
            <a:ext cx="4909519" cy="2393156"/>
          </a:xfrm>
          <a:prstGeom prst="roundRect">
            <a:avLst>
              <a:gd name="adj" fmla="val 5687"/>
            </a:avLst>
          </a:prstGeom>
          <a:solidFill>
            <a:srgbClr val="0A1F44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952084" y="2182217"/>
            <a:ext cx="4531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JANOBHR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952084" y="2666504"/>
            <a:ext cx="4531505" cy="1549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To'g'ri xodimni toping.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Kunlab saralashni AI'ga topshiring.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Nomzodlarni avtomatik saralang, baholang va eng munosiblarini bir joyda ko'ring.</a:t>
            </a:r>
            <a:endParaRPr lang="en-US" sz="14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598988"/>
            <a:ext cx="5339820" cy="11399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7479" y="4813399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TELEGRAM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77479" y="5222081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@F45746</a:t>
            </a:r>
            <a:endParaRPr lang="en-US" sz="14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4598988"/>
            <a:ext cx="5339919" cy="11399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06305" y="4813399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TELEFON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6506305" y="5222081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+998 93 857 22 23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2026-08-19T07:32:53Z</dcterms:created>
  <dcterms:modified xsi:type="dcterms:W3CDTF">2026-08-19T07:32:53Z</dcterms:modified>
</cp:coreProperties>
</file>